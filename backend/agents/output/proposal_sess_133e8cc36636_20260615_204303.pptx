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0"/>
            <a:ext cx="10972800" cy="1371600"/>
          </a:xfrm>
          <a:prstGeom prst="rect">
            <a:avLst/>
          </a:prstGeom>
          <a:noFill/>
        </p:spPr>
        <p:txBody>
          <a:bodyPr wrap="none">
            <a:spAutoFit/>
          </a:bodyPr>
          <a:lstStyle/>
          <a:p>
            <a:pPr algn="ctr">
              <a:defRPr sz="4400" b="1"/>
            </a:pPr>
            <a:r>
              <a:t>Brand - Campaign Proposal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731520"/>
          </a:xfrm>
          <a:prstGeom prst="rect">
            <a:avLst/>
          </a:prstGeom>
          <a:noFill/>
        </p:spPr>
        <p:txBody>
          <a:bodyPr wrap="none">
            <a:spAutoFit/>
          </a:bodyPr>
          <a:lstStyle/>
          <a:p>
            <a:pPr>
              <a:defRPr sz="3200" b="1"/>
            </a:pPr>
            <a:r>
              <a:t>Campaign Overview</a:t>
            </a:r>
          </a:p>
        </p:txBody>
      </p:sp>
      <p:sp>
        <p:nvSpPr>
          <p:cNvPr id="3" name="TextBox 2"/>
          <p:cNvSpPr txBox="1"/>
          <p:nvPr/>
        </p:nvSpPr>
        <p:spPr>
          <a:xfrm>
            <a:off x="457200" y="1097280"/>
            <a:ext cx="10972800" cy="4572000"/>
          </a:xfrm>
          <a:prstGeom prst="rect">
            <a:avLst/>
          </a:prstGeom>
          <a:noFill/>
        </p:spPr>
        <p:txBody>
          <a:bodyPr wrap="square">
            <a:spAutoFit/>
          </a:bodyPr>
          <a:lstStyle/>
          <a:p/>
          <a:p>
            <a:pPr>
              <a:spcAft>
                <a:spcPts val="1200"/>
              </a:spcAft>
              <a:defRPr sz="1800"/>
            </a:pPr>
            <a:r>
              <a:t>Industry: Energy Drink / Beverage</a:t>
            </a:r>
          </a:p>
          <a:p>
            <a:pPr>
              <a:spcAft>
                <a:spcPts val="1200"/>
              </a:spcAft>
              <a:defRPr sz="1800"/>
            </a:pPr>
            <a:r>
              <a:t>Goal: Tăng người redeem voucher tại offline &amp; collect data người dùng để tái tiếp cận trên các nền tảng (đặc biệt Zalo)</a:t>
            </a:r>
          </a:p>
          <a:p>
            <a:pPr>
              <a:spcAft>
                <a:spcPts val="1200"/>
              </a:spcAft>
              <a:defRPr sz="1800"/>
            </a:pPr>
            <a:r>
              <a:t>Target Audience: People 18-45 NAT, tập trung blue collar</a:t>
            </a:r>
          </a:p>
          <a:p>
            <a:pPr>
              <a:spcAft>
                <a:spcPts val="1200"/>
              </a:spcAft>
              <a:defRPr sz="1800"/>
            </a:pPr>
            <a:r>
              <a:t>Specific Requirements: ['Idea về hoạt động dễ sử dụng, dễ chơi, dễ nhận voucher và đổi thưởng - có dẫn chứng đây là game trendy, dễ chơi', 'Highlight thế mạnh của hoạt động nếu làm trên Zalo (thu thập data, reactivate được tệp data)', 'Proposal giới thiệu Zalo, idea game, userflow, data reactivate được như thế nào', 'Báo giá chi tiết']</a:t>
            </a:r>
          </a:p>
          <a:p>
            <a:pPr>
              <a:spcAft>
                <a:spcPts val="1200"/>
              </a:spcAft>
              <a:defRPr sz="1800"/>
            </a:pPr>
            <a:r>
              <a:t>Additional Context: Campaign Red Bull voucher redemption tại offline - collect data để retargeting trên Zalo</a:t>
            </a:r>
          </a:p>
          <a:p>
            <a:pPr>
              <a:spcAft>
                <a:spcPts val="1200"/>
              </a:spcAft>
              <a:defRPr sz="1800"/>
            </a:pPr>
            <a:r>
              <a:t>Created At: 2026-06-15 18:47:42.810540</a:t>
            </a:r>
          </a:p>
          <a:p>
            <a:pPr>
              <a:spcAft>
                <a:spcPts val="1200"/>
              </a:spcAft>
              <a:defRPr sz="1800"/>
            </a:pPr>
            <a:r>
              <a:t>Updated At: 2026-06-15 18:47:42.810544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731520"/>
          </a:xfrm>
          <a:prstGeom prst="rect">
            <a:avLst/>
          </a:prstGeom>
          <a:noFill/>
        </p:spPr>
        <p:txBody>
          <a:bodyPr wrap="none">
            <a:spAutoFit/>
          </a:bodyPr>
          <a:lstStyle/>
          <a:p>
            <a:pPr>
              <a:defRPr sz="3200" b="1"/>
            </a:pPr>
            <a:r>
              <a:t>Market Strategy</a:t>
            </a:r>
          </a:p>
        </p:txBody>
      </p:sp>
      <p:sp>
        <p:nvSpPr>
          <p:cNvPr id="3" name="TextBox 2"/>
          <p:cNvSpPr txBox="1"/>
          <p:nvPr/>
        </p:nvSpPr>
        <p:spPr>
          <a:xfrm>
            <a:off x="457200" y="1097280"/>
            <a:ext cx="10972800" cy="4572000"/>
          </a:xfrm>
          <a:prstGeom prst="rect">
            <a:avLst/>
          </a:prstGeom>
          <a:noFill/>
        </p:spPr>
        <p:txBody>
          <a:bodyPr wrap="square">
            <a:spAutoFit/>
          </a:bodyPr>
          <a:lstStyle/>
          <a:p/>
          <a:p>
            <a:pPr>
              <a:spcAft>
                <a:spcPts val="800"/>
              </a:spcAft>
              <a:defRPr sz="1600"/>
            </a:pPr>
            <a:r>
              <a:t>strategy: </a:t>
            </a:r>
            <a:br/>
            <a:br/>
            <a:r>
              <a:t>Chào bạn, với tư cách là **Market Strategy Agent**, tôi đã phân tích yêu cầu của Red Bull và xây dựng chiến lược thị trường cụ thể dưới đây. Chiến lược này tập trung vào việc tối ưu hóa trải nghiệm </a:t>
            </a:r>
          </a:p>
          <a:p>
            <a:pPr>
              <a:spcAft>
                <a:spcPts val="800"/>
              </a:spcAft>
              <a:defRPr sz="1600"/>
            </a:pPr>
            <a:r>
              <a:t>industry: Energy Drink / Beverage</a:t>
            </a:r>
          </a:p>
          <a:p>
            <a:pPr>
              <a:spcAft>
                <a:spcPts val="800"/>
              </a:spcAft>
              <a:defRPr sz="1600"/>
            </a:pPr>
            <a:r>
              <a:t>rag_used: False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731520"/>
          </a:xfrm>
          <a:prstGeom prst="rect">
            <a:avLst/>
          </a:prstGeom>
          <a:noFill/>
        </p:spPr>
        <p:txBody>
          <a:bodyPr wrap="none">
            <a:spAutoFit/>
          </a:bodyPr>
          <a:lstStyle/>
          <a:p>
            <a:pPr>
              <a:defRPr sz="3200" b="1"/>
            </a:pPr>
            <a:r>
              <a:t>Technical Solution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